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投影片 1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這是一份用來測試文件轉換流程的繁體中文段落。內容包含標題、表格與圖片，用於驗證引擎的中文辨識能力。 This is an English paragraph used to test the document conversion pipeline. It contains enough words to exceed the per-page threshold.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投影片 2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這是一份用來測試文件轉換流程的繁體中文段落。內容包含標題、表格與圖片，用於驗證引擎的中文辨識能力。 This is an English paragraph used to test the document conversion pipeline. It contains enough words to exceed the per-page threshold.</a:t>
            </a:r>
          </a:p>
        </p:txBody>
      </p:sp>
      <p:pic>
        <p:nvPicPr>
          <p:cNvPr id="4" name="Picture 3" descr="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743200" cy="3882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投影片 3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這是一份用來測試文件轉換流程的繁體中文段落。內容包含標題、表格與圖片，用於驗證引擎的中文辨識能力。 This is an English paragraph used to test the document conversion pipeline. It contains enough words to exceed the per-page threshold.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